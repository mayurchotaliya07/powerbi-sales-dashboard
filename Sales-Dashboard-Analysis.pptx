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Petrona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56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844501"/>
            <a:ext cx="888504" cy="266402"/>
          </a:xfrm>
          <a:prstGeom prst="roundRect">
            <a:avLst>
              <a:gd name="adj" fmla="val 17880"/>
            </a:avLst>
          </a:prstGeom>
          <a:solidFill>
            <a:srgbClr val="CCEEFF"/>
          </a:solidFill>
          <a:ln/>
        </p:spPr>
      </p:sp>
      <p:sp>
        <p:nvSpPr>
          <p:cNvPr id="4" name="Shape 1"/>
          <p:cNvSpPr/>
          <p:nvPr/>
        </p:nvSpPr>
        <p:spPr>
          <a:xfrm>
            <a:off x="4010174" y="1920999"/>
            <a:ext cx="113407" cy="113407"/>
          </a:xfrm>
          <a:prstGeom prst="rect">
            <a:avLst/>
          </a:prstGeom>
          <a:solidFill>
            <a:srgbClr val="272525"/>
          </a:solidFill>
          <a:ln/>
        </p:spPr>
      </p:sp>
      <p:sp>
        <p:nvSpPr>
          <p:cNvPr id="5" name="Text 2"/>
          <p:cNvSpPr/>
          <p:nvPr/>
        </p:nvSpPr>
        <p:spPr>
          <a:xfrm>
            <a:off x="4180284" y="1886992"/>
            <a:ext cx="10054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925119" y="2167607"/>
            <a:ext cx="480335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Dashboard Analysis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3925119" y="284537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Power BI Dashboard built to monitor business performance and surface sales and profit trends at a glance.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D8ABC0-8A3B-46E3-3BF4-94F258E075FD}"/>
              </a:ext>
            </a:extLst>
          </p:cNvPr>
          <p:cNvSpPr/>
          <p:nvPr/>
        </p:nvSpPr>
        <p:spPr>
          <a:xfrm>
            <a:off x="7962314" y="4818185"/>
            <a:ext cx="1132449" cy="26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4635"/>
            <a:ext cx="1343025" cy="233660"/>
          </a:xfrm>
          <a:prstGeom prst="roundRect">
            <a:avLst>
              <a:gd name="adj" fmla="val 18475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3137" y="480045"/>
            <a:ext cx="102766" cy="102766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4" name="Text 2"/>
          <p:cNvSpPr/>
          <p:nvPr/>
        </p:nvSpPr>
        <p:spPr>
          <a:xfrm>
            <a:off x="727249" y="453107"/>
            <a:ext cx="1492076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694804"/>
            <a:ext cx="3829645" cy="421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496119" y="1395710"/>
            <a:ext cx="434235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leverages the </a:t>
            </a: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Sample Superstore Dataset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build a fully interactive Power BI dashboard. The objective is to give business stakeholders a centralized, real-time view of sales performance, profitability, and customer behavior across regions, categories, and time periods.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64175" y="1290935"/>
            <a:ext cx="3680892" cy="2349103"/>
          </a:xfrm>
          <a:prstGeom prst="roundRect">
            <a:avLst>
              <a:gd name="adj" fmla="val 3938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92613" y="1421904"/>
            <a:ext cx="1653778" cy="1181323"/>
          </a:xfrm>
          <a:prstGeom prst="roundRect">
            <a:avLst>
              <a:gd name="adj" fmla="val 4568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5814" y="1555105"/>
            <a:ext cx="138737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25814" y="1882229"/>
            <a:ext cx="13873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 for data modeling and visualization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62775" y="1421904"/>
            <a:ext cx="1653853" cy="1181323"/>
          </a:xfrm>
          <a:prstGeom prst="roundRect">
            <a:avLst>
              <a:gd name="adj" fmla="val 4568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5976" y="1555105"/>
            <a:ext cx="138745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95976" y="1882229"/>
            <a:ext cx="138745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 measures and KPI logic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92613" y="2719611"/>
            <a:ext cx="3424014" cy="789459"/>
          </a:xfrm>
          <a:prstGeom prst="roundRect">
            <a:avLst>
              <a:gd name="adj" fmla="val 6835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5814" y="2852812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5814" y="3179936"/>
            <a:ext cx="315761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extraction, transformation, and cleaning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771007"/>
            <a:ext cx="4017690" cy="95785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5995" y="3913733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5995" y="4194274"/>
            <a:ext cx="36750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interactive sales dashboard to monitor business performance and identify sales and profit trends.</a:t>
            </a:r>
            <a:endParaRPr lang="en-US" sz="10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0192" y="3771007"/>
            <a:ext cx="4017690" cy="95785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30068" y="3913733"/>
            <a:ext cx="168622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830068" y="4194274"/>
            <a:ext cx="3675087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Superstore Dataset — a widely used retail dataset capturing orders, products, customers, and regions.</a:t>
            </a:r>
            <a:endParaRPr lang="en-US" sz="1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39B4DC-1845-56B8-FBE3-D93A358E31CD}"/>
              </a:ext>
            </a:extLst>
          </p:cNvPr>
          <p:cNvSpPr/>
          <p:nvPr/>
        </p:nvSpPr>
        <p:spPr>
          <a:xfrm>
            <a:off x="7962314" y="4825219"/>
            <a:ext cx="1132449" cy="26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6749"/>
            <a:ext cx="1044550" cy="249882"/>
          </a:xfrm>
          <a:prstGeom prst="roundRect">
            <a:avLst>
              <a:gd name="adj" fmla="val 18169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77155" y="607665"/>
            <a:ext cx="108049" cy="108049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4" name="Text 2"/>
          <p:cNvSpPr/>
          <p:nvPr/>
        </p:nvSpPr>
        <p:spPr>
          <a:xfrm>
            <a:off x="739229" y="577230"/>
            <a:ext cx="1177603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838126"/>
            <a:ext cx="4004146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KPIs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496119" y="1474663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core KPI cards displayed exactly as configured in the PBIX — each providing a snapshot of overall business performance.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1830660"/>
            <a:ext cx="2631430" cy="1323677"/>
          </a:xfrm>
          <a:prstGeom prst="roundRect">
            <a:avLst>
              <a:gd name="adj" fmla="val 428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5943" y="1970484"/>
            <a:ext cx="405333" cy="405333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415" y="2081882"/>
            <a:ext cx="182389" cy="18238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5943" y="2504554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5943" y="2803401"/>
            <a:ext cx="23517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 revenue across all orders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56285" y="1830660"/>
            <a:ext cx="2631430" cy="1323677"/>
          </a:xfrm>
          <a:prstGeom prst="roundRect">
            <a:avLst>
              <a:gd name="adj" fmla="val 428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96109" y="1970484"/>
            <a:ext cx="405333" cy="405333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7581" y="2081882"/>
            <a:ext cx="182389" cy="18238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96109" y="2504554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396109" y="2803401"/>
            <a:ext cx="23517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 after costs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16451" y="1830660"/>
            <a:ext cx="2631430" cy="1323677"/>
          </a:xfrm>
          <a:prstGeom prst="roundRect">
            <a:avLst>
              <a:gd name="adj" fmla="val 428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56275" y="1970484"/>
            <a:ext cx="405333" cy="405333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748" y="2081882"/>
            <a:ext cx="182389" cy="18238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56275" y="2504554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156275" y="2803401"/>
            <a:ext cx="23517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 of all placed orders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96119" y="3283074"/>
            <a:ext cx="4011513" cy="1323677"/>
          </a:xfrm>
          <a:prstGeom prst="roundRect">
            <a:avLst>
              <a:gd name="adj" fmla="val 428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35943" y="3422898"/>
            <a:ext cx="405333" cy="405333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7415" y="3534296"/>
            <a:ext cx="182389" cy="18238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5943" y="395696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Quantity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35943" y="4255815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Units sold across products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636368" y="3283074"/>
            <a:ext cx="4011513" cy="1323677"/>
          </a:xfrm>
          <a:prstGeom prst="roundRect">
            <a:avLst>
              <a:gd name="adj" fmla="val 4287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776192" y="3422898"/>
            <a:ext cx="405333" cy="405333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7664" y="3534296"/>
            <a:ext cx="182389" cy="18238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776192" y="3956968"/>
            <a:ext cx="1773436" cy="22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Average Order Value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776192" y="4255815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revenue per order</a:t>
            </a:r>
            <a:endParaRPr lang="en-US" sz="10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234C0E-3AF2-F2F9-75CA-C4E586BAAC2E}"/>
              </a:ext>
            </a:extLst>
          </p:cNvPr>
          <p:cNvSpPr/>
          <p:nvPr/>
        </p:nvSpPr>
        <p:spPr>
          <a:xfrm>
            <a:off x="7962314" y="4818185"/>
            <a:ext cx="1132449" cy="26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515764"/>
            <a:ext cx="1066800" cy="212824"/>
          </a:xfrm>
          <a:prstGeom prst="roundRect">
            <a:avLst>
              <a:gd name="adj" fmla="val 18885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996854" y="574328"/>
            <a:ext cx="95622" cy="95622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2"/>
          <p:cNvSpPr/>
          <p:nvPr/>
        </p:nvSpPr>
        <p:spPr>
          <a:xfrm>
            <a:off x="4140250" y="551631"/>
            <a:ext cx="1237134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925119" y="768921"/>
            <a:ext cx="4152751" cy="3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Visualizations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3925119" y="1312813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predefined visuals from the PBIX deliver multi-dimensional insight into sales and profit performance.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25119" y="1892498"/>
            <a:ext cx="2215455" cy="741238"/>
          </a:xfrm>
          <a:prstGeom prst="roundRect">
            <a:avLst>
              <a:gd name="adj" fmla="val 677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47852" y="2026369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by State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58989" y="2323505"/>
            <a:ext cx="19477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Clustered Bar Chart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2734642"/>
            <a:ext cx="2215455" cy="741238"/>
          </a:xfrm>
          <a:prstGeom prst="roundRect">
            <a:avLst>
              <a:gd name="adj" fmla="val 677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47852" y="2868513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by Category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58989" y="3165649"/>
            <a:ext cx="19477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3576786"/>
            <a:ext cx="2215455" cy="741238"/>
          </a:xfrm>
          <a:prstGeom prst="roundRect">
            <a:avLst>
              <a:gd name="adj" fmla="val 677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47852" y="3710657"/>
            <a:ext cx="1569913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by Segment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058989" y="4007793"/>
            <a:ext cx="19477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37188" y="1892498"/>
            <a:ext cx="2215455" cy="741238"/>
          </a:xfrm>
          <a:prstGeom prst="roundRect">
            <a:avLst>
              <a:gd name="adj" fmla="val 677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8323" y="2026369"/>
            <a:ext cx="1913111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Profit Trend by Order Date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71059" y="2323505"/>
            <a:ext cx="19477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Chart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37188" y="2734642"/>
            <a:ext cx="2215455" cy="741238"/>
          </a:xfrm>
          <a:prstGeom prst="roundRect">
            <a:avLst>
              <a:gd name="adj" fmla="val 6778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35217" y="2868513"/>
            <a:ext cx="1619324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Profit by Sub-Category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71059" y="3165649"/>
            <a:ext cx="19477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Clustered Bar Chart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37188" y="3576786"/>
            <a:ext cx="2215455" cy="937468"/>
          </a:xfrm>
          <a:prstGeom prst="roundRect">
            <a:avLst>
              <a:gd name="adj" fmla="val 5359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71059" y="3710657"/>
            <a:ext cx="1947714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vs Profit vs Quantity by Sub-Category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71059" y="4204022"/>
            <a:ext cx="194771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Chart</a:t>
            </a:r>
            <a:endParaRPr lang="en-US" sz="9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49CCC4-E42B-C993-97EC-5A93016D2F50}"/>
              </a:ext>
            </a:extLst>
          </p:cNvPr>
          <p:cNvSpPr/>
          <p:nvPr/>
        </p:nvSpPr>
        <p:spPr>
          <a:xfrm>
            <a:off x="7962314" y="4818185"/>
            <a:ext cx="1132449" cy="26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17463"/>
            <a:ext cx="949821" cy="197644"/>
          </a:xfrm>
          <a:prstGeom prst="roundRect">
            <a:avLst>
              <a:gd name="adj" fmla="val 19205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3992835" y="471115"/>
            <a:ext cx="90339" cy="90339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2"/>
          <p:cNvSpPr/>
          <p:nvPr/>
        </p:nvSpPr>
        <p:spPr>
          <a:xfrm>
            <a:off x="4128343" y="451321"/>
            <a:ext cx="1136079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INTERACTIVITY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3925119" y="651049"/>
            <a:ext cx="3422675" cy="3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Filters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3925119" y="1156692"/>
            <a:ext cx="4722763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slicers enable users to dynamically slice the entire report. Selecting any filter instantly updates every KPI card and chart on the page — making the dashboard fully interactive.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925119" y="1745010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66282" y="1999134"/>
            <a:ext cx="169441" cy="1694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66927" y="1857970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Order Date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925119" y="2512740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6282" y="2766864"/>
            <a:ext cx="169441" cy="1694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66927" y="2625700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Region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3925119" y="3280470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66282" y="3534594"/>
            <a:ext cx="169441" cy="1694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466927" y="3393430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925119" y="4048199"/>
            <a:ext cx="451842" cy="677763"/>
          </a:xfrm>
          <a:prstGeom prst="roundRect">
            <a:avLst>
              <a:gd name="adj" fmla="val 360033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66282" y="4302323"/>
            <a:ext cx="169441" cy="16944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66927" y="4161160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Segment</a:t>
            </a:r>
            <a:endParaRPr lang="en-US" sz="11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2497DD-F17E-7F3F-25AC-71CCB5F20A67}"/>
              </a:ext>
            </a:extLst>
          </p:cNvPr>
          <p:cNvSpPr/>
          <p:nvPr/>
        </p:nvSpPr>
        <p:spPr>
          <a:xfrm>
            <a:off x="7962314" y="4818185"/>
            <a:ext cx="1132449" cy="26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533302"/>
            <a:ext cx="914698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007EBD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1575792"/>
            <a:ext cx="120178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856408"/>
            <a:ext cx="417857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 Features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13829" y="2527102"/>
            <a:ext cx="318864" cy="3684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71" y="2635821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3065711"/>
            <a:ext cx="18606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Filtering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96119" y="3383310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Slicers dynamically</a:t>
            </a:r>
            <a:endParaRPr lang="en-US" sz="11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88CD2-0BBA-987C-7791-4A94683359B2}"/>
              </a:ext>
            </a:extLst>
          </p:cNvPr>
          <p:cNvSpPr/>
          <p:nvPr/>
        </p:nvSpPr>
        <p:spPr>
          <a:xfrm>
            <a:off x="7962314" y="4832253"/>
            <a:ext cx="1132449" cy="260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301</Words>
  <Application>Microsoft Office PowerPoint</Application>
  <PresentationFormat>On-screen Show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Inter</vt:lpstr>
      <vt:lpstr>Petrona 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meet tank</cp:lastModifiedBy>
  <cp:revision>2</cp:revision>
  <dcterms:created xsi:type="dcterms:W3CDTF">2026-07-05T06:52:04Z</dcterms:created>
  <dcterms:modified xsi:type="dcterms:W3CDTF">2026-07-05T06:53:32Z</dcterms:modified>
</cp:coreProperties>
</file>